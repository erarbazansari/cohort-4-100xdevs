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Archivo Black" charset="1" panose="020B0A03020202020B04"/>
      <p:regular r:id="rId28"/>
    </p:embeddedFont>
    <p:embeddedFont>
      <p:font typeface="Canva Sans Bold" charset="1" panose="020B0803030501040103"/>
      <p:regular r:id="rId29"/>
    </p:embeddedFont>
    <p:embeddedFont>
      <p:font typeface="Canva Sans" charset="1" panose="020B0503030501040103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38250"/>
            <a:ext cx="13576617" cy="1320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97"/>
              </a:lnSpc>
            </a:pPr>
            <a:r>
              <a:rPr lang="en-US" sz="10099" spc="64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100XBOOTCAMP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6931025"/>
            <a:ext cx="416033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WEB DEV, DEVOPS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77665" y="6931025"/>
            <a:ext cx="407868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WEB3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67326" y="6921500"/>
            <a:ext cx="5037991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AI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658243"/>
            <a:ext cx="2513101" cy="1320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97"/>
              </a:lnSpc>
            </a:pPr>
            <a:r>
              <a:rPr lang="en-US" sz="10099" spc="-47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20289" y="5658243"/>
            <a:ext cx="2513101" cy="1320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97"/>
              </a:lnSpc>
            </a:pPr>
            <a:r>
              <a:rPr lang="en-US" sz="10099" spc="-47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31932" y="5658243"/>
            <a:ext cx="2513101" cy="1320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97"/>
              </a:lnSpc>
            </a:pPr>
            <a:r>
              <a:rPr lang="en-US" sz="10099" spc="-47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67939" y="6938010"/>
            <a:ext cx="5037991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DSA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36185" y="5658243"/>
            <a:ext cx="2513101" cy="1320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97"/>
              </a:lnSpc>
            </a:pPr>
            <a:r>
              <a:rPr lang="en-US" sz="10099" spc="-47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85657" y="537527"/>
            <a:ext cx="491668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Which to chose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85657" y="537527"/>
            <a:ext cx="491668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Which to chose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11231" y="2440788"/>
            <a:ext cx="2770138" cy="458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 dev</a:t>
            </a:r>
          </a:p>
          <a:p>
            <a:pPr algn="ctr">
              <a:lnSpc>
                <a:spcPts val="7279"/>
              </a:lnSpc>
            </a:pP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devops</a:t>
            </a:r>
          </a:p>
          <a:p>
            <a:pPr algn="ctr">
              <a:lnSpc>
                <a:spcPts val="7279"/>
              </a:lnSpc>
            </a:pP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dsa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73420" y="3728402"/>
            <a:ext cx="2770138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 dev</a:t>
            </a:r>
          </a:p>
          <a:p>
            <a:pPr algn="ctr">
              <a:lnSpc>
                <a:spcPts val="7279"/>
              </a:lnSpc>
            </a:pP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155360" y="3496296"/>
            <a:ext cx="2770138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 dev</a:t>
            </a:r>
          </a:p>
          <a:p>
            <a:pPr algn="ctr">
              <a:lnSpc>
                <a:spcPts val="7279"/>
              </a:lnSpc>
            </a:pP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</a:t>
            </a:r>
          </a:p>
        </p:txBody>
      </p:sp>
      <p:sp>
        <p:nvSpPr>
          <p:cNvPr name="AutoShape 6" id="6"/>
          <p:cNvSpPr/>
          <p:nvPr/>
        </p:nvSpPr>
        <p:spPr>
          <a:xfrm>
            <a:off x="5914634" y="2536038"/>
            <a:ext cx="0" cy="6410688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H="true">
            <a:off x="11602343" y="2386865"/>
            <a:ext cx="19046" cy="6871435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09736" y="184295"/>
            <a:ext cx="9258300" cy="9918410"/>
          </a:xfrm>
          <a:custGeom>
            <a:avLst/>
            <a:gdLst/>
            <a:ahLst/>
            <a:cxnLst/>
            <a:rect r="r" b="b" t="t" l="l"/>
            <a:pathLst>
              <a:path h="9918410" w="9258300">
                <a:moveTo>
                  <a:pt x="0" y="0"/>
                </a:moveTo>
                <a:lnTo>
                  <a:pt x="9258300" y="0"/>
                </a:lnTo>
                <a:lnTo>
                  <a:pt x="9258300" y="9918410"/>
                </a:lnTo>
                <a:lnTo>
                  <a:pt x="0" y="99184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16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31937" y="3534853"/>
            <a:ext cx="4039642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Super 30 1.0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placements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(3 months)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09236" y="244586"/>
            <a:ext cx="10865989" cy="9846335"/>
          </a:xfrm>
          <a:custGeom>
            <a:avLst/>
            <a:gdLst/>
            <a:ahLst/>
            <a:cxnLst/>
            <a:rect r="r" b="b" t="t" l="l"/>
            <a:pathLst>
              <a:path h="9846335" w="10865989">
                <a:moveTo>
                  <a:pt x="0" y="0"/>
                </a:moveTo>
                <a:lnTo>
                  <a:pt x="10865989" y="0"/>
                </a:lnTo>
                <a:lnTo>
                  <a:pt x="10865989" y="9846336"/>
                </a:lnTo>
                <a:lnTo>
                  <a:pt x="0" y="9846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424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534853"/>
            <a:ext cx="4046116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Super 30 2.0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placements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(3 months)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88278" y="1552420"/>
            <a:ext cx="11806352" cy="8426784"/>
          </a:xfrm>
          <a:custGeom>
            <a:avLst/>
            <a:gdLst/>
            <a:ahLst/>
            <a:cxnLst/>
            <a:rect r="r" b="b" t="t" l="l"/>
            <a:pathLst>
              <a:path h="8426784" w="11806352">
                <a:moveTo>
                  <a:pt x="0" y="0"/>
                </a:moveTo>
                <a:lnTo>
                  <a:pt x="11806351" y="0"/>
                </a:lnTo>
                <a:lnTo>
                  <a:pt x="11806351" y="8426784"/>
                </a:lnTo>
                <a:lnTo>
                  <a:pt x="0" y="8426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93371" y="337673"/>
            <a:ext cx="1130125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Solana placements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38250"/>
            <a:ext cx="13576617" cy="506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97"/>
              </a:lnSpc>
            </a:pPr>
            <a:r>
              <a:rPr lang="en-US" sz="10099" spc="64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ASSIGNMENTS</a:t>
            </a:r>
          </a:p>
          <a:p>
            <a:pPr algn="l">
              <a:lnSpc>
                <a:spcPts val="9897"/>
              </a:lnSpc>
            </a:pPr>
            <a:r>
              <a:rPr lang="en-US" sz="10099" spc="64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ARE IMPORTANT</a:t>
            </a:r>
          </a:p>
          <a:p>
            <a:pPr algn="l">
              <a:lnSpc>
                <a:spcPts val="9897"/>
              </a:lnSpc>
            </a:pPr>
          </a:p>
          <a:p>
            <a:pPr algn="l">
              <a:lnSpc>
                <a:spcPts val="9897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12676" y="5492581"/>
            <a:ext cx="16746624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https://brindle-goal-102.notion.site/Car-Rental-System-Backend-PostgreSQL-JWT-2a846b36b2e980009dbac0ebe0e9b9a7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8322" y="7219865"/>
            <a:ext cx="16746624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https://brindle-goal-102.notion.site/Backend-WebSocket-Live-Attendance-System-2c646b36b2e980b09b42d7c0240a8170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7651" y="824672"/>
            <a:ext cx="13576617" cy="1454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S30 ASSIGNMENT STATS</a:t>
            </a:r>
          </a:p>
          <a:p>
            <a:pPr algn="l">
              <a:lnSpc>
                <a:spcPts val="5586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344643"/>
            <a:ext cx="13576617" cy="215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100 TEST </a:t>
            </a:r>
          </a:p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CASES,</a:t>
            </a:r>
          </a:p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50 PARTICIPANTS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59145" y="1801277"/>
            <a:ext cx="8928855" cy="7868553"/>
          </a:xfrm>
          <a:custGeom>
            <a:avLst/>
            <a:gdLst/>
            <a:ahLst/>
            <a:cxnLst/>
            <a:rect r="r" b="b" t="t" l="l"/>
            <a:pathLst>
              <a:path h="7868553" w="8928855">
                <a:moveTo>
                  <a:pt x="0" y="0"/>
                </a:moveTo>
                <a:lnTo>
                  <a:pt x="8928855" y="0"/>
                </a:lnTo>
                <a:lnTo>
                  <a:pt x="8928855" y="7868553"/>
                </a:lnTo>
                <a:lnTo>
                  <a:pt x="0" y="78685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7651" y="824672"/>
            <a:ext cx="13576617" cy="1454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S30 ASSIGNMENT STATS</a:t>
            </a:r>
          </a:p>
          <a:p>
            <a:pPr algn="l">
              <a:lnSpc>
                <a:spcPts val="5586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344643"/>
            <a:ext cx="13576617" cy="215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100 TEST </a:t>
            </a:r>
          </a:p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CASES,</a:t>
            </a:r>
          </a:p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50 PARTICIPANTS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7651" y="824672"/>
            <a:ext cx="15654124" cy="1454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WHY BUILD MUSSCLE MEMORY,</a:t>
            </a:r>
          </a:p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AI CAN CODE ANYTHING?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8225" y="3744134"/>
            <a:ext cx="15654124" cy="2622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846" indent="-453423" lvl="1">
              <a:lnSpc>
                <a:spcPts val="4116"/>
              </a:lnSpc>
              <a:buAutoNum type="arabicPeriod" startAt="1"/>
            </a:pPr>
            <a:r>
              <a:rPr lang="en-US" sz="4200" spc="26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JUST SHOWS YOU HAVE BEEN CODING A WHILE (PRE-LLM ERA)</a:t>
            </a:r>
          </a:p>
          <a:p>
            <a:pPr algn="l" marL="906846" indent="-453423" lvl="1">
              <a:lnSpc>
                <a:spcPts val="4116"/>
              </a:lnSpc>
              <a:buAutoNum type="arabicPeriod" startAt="1"/>
            </a:pPr>
            <a:r>
              <a:rPr lang="en-US" sz="4200" spc="26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COMPANIES ARE OPTIMISING FOR ENGINEERS WHO CAN SOLVE THE LAST 5%</a:t>
            </a:r>
          </a:p>
          <a:p>
            <a:pPr algn="l" marL="906846" indent="-453423" lvl="1">
              <a:lnSpc>
                <a:spcPts val="4116"/>
              </a:lnSpc>
              <a:buAutoNum type="arabicPeriod" startAt="1"/>
            </a:pPr>
            <a:r>
              <a:rPr lang="en-US" sz="4200" spc="26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MUSCLE MEMORY BUILDS INTUITION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290846" y="7436633"/>
            <a:ext cx="11653076" cy="1742511"/>
          </a:xfrm>
          <a:custGeom>
            <a:avLst/>
            <a:gdLst/>
            <a:ahLst/>
            <a:cxnLst/>
            <a:rect r="r" b="b" t="t" l="l"/>
            <a:pathLst>
              <a:path h="1742511" w="11653076">
                <a:moveTo>
                  <a:pt x="0" y="0"/>
                </a:moveTo>
                <a:lnTo>
                  <a:pt x="11653076" y="0"/>
                </a:lnTo>
                <a:lnTo>
                  <a:pt x="11653076" y="1742512"/>
                </a:lnTo>
                <a:lnTo>
                  <a:pt x="0" y="1742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808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27651" y="824672"/>
            <a:ext cx="15654124" cy="1454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WHY BUILD MUSSCLE MEMORY,</a:t>
            </a:r>
          </a:p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AI CAN CODE ANYTHING?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15538" y="3522492"/>
            <a:ext cx="7543762" cy="4233936"/>
          </a:xfrm>
          <a:custGeom>
            <a:avLst/>
            <a:gdLst/>
            <a:ahLst/>
            <a:cxnLst/>
            <a:rect r="r" b="b" t="t" l="l"/>
            <a:pathLst>
              <a:path h="4233936" w="7543762">
                <a:moveTo>
                  <a:pt x="0" y="0"/>
                </a:moveTo>
                <a:lnTo>
                  <a:pt x="7543762" y="0"/>
                </a:lnTo>
                <a:lnTo>
                  <a:pt x="7543762" y="4233936"/>
                </a:lnTo>
                <a:lnTo>
                  <a:pt x="0" y="42339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7651" y="824672"/>
            <a:ext cx="15654124" cy="356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THERE ARE TAS, BUT NO ONES GOING TO/SHOULD HAND HOLD YOU</a:t>
            </a:r>
          </a:p>
          <a:p>
            <a:pPr algn="l">
              <a:lnSpc>
                <a:spcPts val="5586"/>
              </a:lnSpc>
            </a:pPr>
          </a:p>
          <a:p>
            <a:pPr algn="l">
              <a:lnSpc>
                <a:spcPts val="5586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827651" y="4810785"/>
            <a:ext cx="8419844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 the gym the instructor cant pick up the weights for you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7651" y="824672"/>
            <a:ext cx="15654124" cy="1454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DONT WAIT FOR A WEEK, BE AHEAD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73835" y="4401016"/>
            <a:ext cx="14267020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best S30 students have been people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who are already way ahead/sometimes surprise me as well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07553" y="3772344"/>
            <a:ext cx="12032227" cy="5880751"/>
          </a:xfrm>
          <a:custGeom>
            <a:avLst/>
            <a:gdLst/>
            <a:ahLst/>
            <a:cxnLst/>
            <a:rect r="r" b="b" t="t" l="l"/>
            <a:pathLst>
              <a:path h="5880751" w="12032227">
                <a:moveTo>
                  <a:pt x="0" y="0"/>
                </a:moveTo>
                <a:lnTo>
                  <a:pt x="12032227" y="0"/>
                </a:lnTo>
                <a:lnTo>
                  <a:pt x="12032227" y="5880751"/>
                </a:lnTo>
                <a:lnTo>
                  <a:pt x="0" y="5880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7651" y="824672"/>
            <a:ext cx="15654124" cy="74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ELEGANT PROJECTS (FRONTEND)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2867" y="2047139"/>
            <a:ext cx="17696775" cy="1313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https://pratikkk.notion.site/Design-Code-2a5bee2aac9181189110dfc92d37506c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07553" y="3772344"/>
            <a:ext cx="12032227" cy="5880751"/>
          </a:xfrm>
          <a:custGeom>
            <a:avLst/>
            <a:gdLst/>
            <a:ahLst/>
            <a:cxnLst/>
            <a:rect r="r" b="b" t="t" l="l"/>
            <a:pathLst>
              <a:path h="5880751" w="12032227">
                <a:moveTo>
                  <a:pt x="0" y="0"/>
                </a:moveTo>
                <a:lnTo>
                  <a:pt x="12032227" y="0"/>
                </a:lnTo>
                <a:lnTo>
                  <a:pt x="12032227" y="5880751"/>
                </a:lnTo>
                <a:lnTo>
                  <a:pt x="0" y="5880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7651" y="824672"/>
            <a:ext cx="15654124" cy="74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ELEGANT PROJECTS (FRONTEND)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2867" y="2047139"/>
            <a:ext cx="17696775" cy="1313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https://pratikkk.notion.site/Design-Code-2a5bee2aac9181189110dfc92d37506c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34651" y="3663304"/>
            <a:ext cx="12332214" cy="6175592"/>
          </a:xfrm>
          <a:custGeom>
            <a:avLst/>
            <a:gdLst/>
            <a:ahLst/>
            <a:cxnLst/>
            <a:rect r="r" b="b" t="t" l="l"/>
            <a:pathLst>
              <a:path h="6175592" w="12332214">
                <a:moveTo>
                  <a:pt x="0" y="0"/>
                </a:moveTo>
                <a:lnTo>
                  <a:pt x="12332214" y="0"/>
                </a:lnTo>
                <a:lnTo>
                  <a:pt x="12332214" y="6175591"/>
                </a:lnTo>
                <a:lnTo>
                  <a:pt x="0" y="61755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82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7651" y="824672"/>
            <a:ext cx="15654124" cy="74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ELEGANT PROJECTS (FRONTEND)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2867" y="2047139"/>
            <a:ext cx="17696775" cy="646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https://www.kshv.me/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16062" y="2690222"/>
            <a:ext cx="13855876" cy="7083817"/>
          </a:xfrm>
          <a:custGeom>
            <a:avLst/>
            <a:gdLst/>
            <a:ahLst/>
            <a:cxnLst/>
            <a:rect r="r" b="b" t="t" l="l"/>
            <a:pathLst>
              <a:path h="7083817" w="13855876">
                <a:moveTo>
                  <a:pt x="0" y="0"/>
                </a:moveTo>
                <a:lnTo>
                  <a:pt x="13855876" y="0"/>
                </a:lnTo>
                <a:lnTo>
                  <a:pt x="13855876" y="7083817"/>
                </a:lnTo>
                <a:lnTo>
                  <a:pt x="0" y="70838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7651" y="824672"/>
            <a:ext cx="15654124" cy="1454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ELEGANT PROJECTS (FULL STACK)</a:t>
            </a:r>
          </a:p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HTTPS://COLLABYDRAW.XYZ/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77185" y="2237893"/>
            <a:ext cx="6116673" cy="7392054"/>
          </a:xfrm>
          <a:custGeom>
            <a:avLst/>
            <a:gdLst/>
            <a:ahLst/>
            <a:cxnLst/>
            <a:rect r="r" b="b" t="t" l="l"/>
            <a:pathLst>
              <a:path h="7392054" w="6116673">
                <a:moveTo>
                  <a:pt x="0" y="0"/>
                </a:moveTo>
                <a:lnTo>
                  <a:pt x="6116672" y="0"/>
                </a:lnTo>
                <a:lnTo>
                  <a:pt x="6116672" y="7392054"/>
                </a:lnTo>
                <a:lnTo>
                  <a:pt x="0" y="73920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572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7651" y="824672"/>
            <a:ext cx="15654124" cy="74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ELEGANT PROJECTS (SOLANA)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369" y="4905855"/>
            <a:ext cx="11080258" cy="1979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https://x.com/Jayant818x/status/2008049944046006282?t=KbcjyAhpTPZdKvN7PRzNng&amp;s=19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77185" y="2237893"/>
            <a:ext cx="6116673" cy="7392054"/>
          </a:xfrm>
          <a:custGeom>
            <a:avLst/>
            <a:gdLst/>
            <a:ahLst/>
            <a:cxnLst/>
            <a:rect r="r" b="b" t="t" l="l"/>
            <a:pathLst>
              <a:path h="7392054" w="6116673">
                <a:moveTo>
                  <a:pt x="0" y="0"/>
                </a:moveTo>
                <a:lnTo>
                  <a:pt x="6116672" y="0"/>
                </a:lnTo>
                <a:lnTo>
                  <a:pt x="6116672" y="7392054"/>
                </a:lnTo>
                <a:lnTo>
                  <a:pt x="0" y="73920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572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7651" y="824672"/>
            <a:ext cx="15654124" cy="74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ELEGANT PROJECTS (SOLANA)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369" y="4905855"/>
            <a:ext cx="11080258" cy="1979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https://x.com/Jayant818x/status/2008049944046006282?t=KbcjyAhpTPZdKvN7PRzNng&amp;s=19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66621" y="2507735"/>
            <a:ext cx="14554757" cy="7232874"/>
          </a:xfrm>
          <a:custGeom>
            <a:avLst/>
            <a:gdLst/>
            <a:ahLst/>
            <a:cxnLst/>
            <a:rect r="r" b="b" t="t" l="l"/>
            <a:pathLst>
              <a:path h="7232874" w="14554757">
                <a:moveTo>
                  <a:pt x="0" y="0"/>
                </a:moveTo>
                <a:lnTo>
                  <a:pt x="14554758" y="0"/>
                </a:lnTo>
                <a:lnTo>
                  <a:pt x="14554758" y="7232874"/>
                </a:lnTo>
                <a:lnTo>
                  <a:pt x="0" y="72328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21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7651" y="824672"/>
            <a:ext cx="15654124" cy="74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ELEGANT PROJECTS (SOLANA)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14584" y="1570895"/>
            <a:ext cx="11080258" cy="646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https://www.winterfell.dev/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276014"/>
            <a:ext cx="15654124" cy="1454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STORY FROM TODAY </a:t>
            </a:r>
          </a:p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(IITR JUNIOUR)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203752"/>
            <a:ext cx="15654124" cy="356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BE INDEPENDENT</a:t>
            </a:r>
          </a:p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BE CONSISTENT</a:t>
            </a:r>
          </a:p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BUILD MUSCLE MEMORY</a:t>
            </a:r>
          </a:p>
          <a:p>
            <a:pPr algn="l">
              <a:lnSpc>
                <a:spcPts val="5586"/>
              </a:lnSpc>
            </a:pPr>
            <a:r>
              <a:rPr lang="en-US" sz="5700" spc="3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V EASY TO BE THE TOP 1% OF THIS BATCH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DAG-BhFSxcg</dc:identifier>
  <dcterms:modified xsi:type="dcterms:W3CDTF">2011-08-01T06:04:30Z</dcterms:modified>
  <cp:revision>1</cp:revision>
  <dc:title>webdev and web3 orientation</dc:title>
</cp:coreProperties>
</file>